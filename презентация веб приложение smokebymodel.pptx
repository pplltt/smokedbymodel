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1CF0-D752-4E28-9C53-D19CE77AEFDB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Овал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2EAA207-90A8-40D0-BADF-ED4493F7A1D9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1CF0-D752-4E28-9C53-D19CE77AEFDB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32EAA207-90A8-40D0-BADF-ED4493F7A1D9}" type="slidenum">
              <a:rPr lang="ru-RU" smtClean="0"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Прямоугольник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1CF0-D752-4E28-9C53-D19CE77AEFDB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2EAA207-90A8-40D0-BADF-ED4493F7A1D9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8BA1CF0-D752-4E28-9C53-D19CE77AEFDB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AA207-90A8-40D0-BADF-ED4493F7A1D9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Содержимое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Содержимое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Прямоугольник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Прямоугольник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Прямоугольник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1CF0-D752-4E28-9C53-D19CE77AEFDB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Содержимое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6" name="Содержимое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Овал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Овал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32EAA207-90A8-40D0-BADF-ED4493F7A1D9}" type="slidenum">
              <a:rPr lang="ru-RU" smtClean="0"/>
              <a:t>‹#›</a:t>
            </a:fld>
            <a:endParaRPr lang="ru-RU"/>
          </a:p>
        </p:txBody>
      </p:sp>
      <p:sp>
        <p:nvSpPr>
          <p:cNvPr id="23" name="Заголовок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1CF0-D752-4E28-9C53-D19CE77AEFDB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32EAA207-90A8-40D0-BADF-ED4493F7A1D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1CF0-D752-4E28-9C53-D19CE77AEFDB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2EAA207-90A8-40D0-BADF-ED4493F7A1D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Содержимое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2EAA207-90A8-40D0-BADF-ED4493F7A1D9}" type="slidenum">
              <a:rPr lang="ru-RU" smtClean="0"/>
              <a:t>‹#›</a:t>
            </a:fld>
            <a:endParaRPr lang="ru-RU"/>
          </a:p>
        </p:txBody>
      </p:sp>
      <p:sp>
        <p:nvSpPr>
          <p:cNvPr id="21" name="Прямоугольник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1CF0-D752-4E28-9C53-D19CE77AEFDB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ая соединительная линия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Прямоугольник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Овал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32EAA207-90A8-40D0-BADF-ED4493F7A1D9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22" name="Прямоугольник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8BA1CF0-D752-4E28-9C53-D19CE77AEFDB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1CF0-D752-4E28-9C53-D19CE77AEFDB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AA207-90A8-40D0-BADF-ED4493F7A1D9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32EAA207-90A8-40D0-BADF-ED4493F7A1D9}" type="slidenum">
              <a:rPr lang="ru-RU" smtClean="0"/>
              <a:t>‹#›</a:t>
            </a:fld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1CF0-D752-4E28-9C53-D19CE77AEFDB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98BA1CF0-D752-4E28-9C53-D19CE77AEFDB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2EAA207-90A8-40D0-BADF-ED4493F7A1D9}" type="slidenum">
              <a:rPr lang="ru-RU" smtClean="0"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483768" y="4293096"/>
            <a:ext cx="6400800" cy="1752600"/>
          </a:xfrm>
        </p:spPr>
        <p:txBody>
          <a:bodyPr>
            <a:normAutofit/>
          </a:bodyPr>
          <a:lstStyle/>
          <a:p>
            <a:pPr algn="r"/>
            <a:r>
              <a:rPr lang="ru-RU" dirty="0" smtClean="0"/>
              <a:t>Выполняли:</a:t>
            </a:r>
          </a:p>
          <a:p>
            <a:pPr algn="r"/>
            <a:r>
              <a:rPr lang="ru-RU" dirty="0" err="1" smtClean="0"/>
              <a:t>Буракова</a:t>
            </a:r>
            <a:r>
              <a:rPr lang="ru-RU" dirty="0" smtClean="0"/>
              <a:t> Мария</a:t>
            </a:r>
          </a:p>
          <a:p>
            <a:pPr algn="r"/>
            <a:r>
              <a:rPr lang="ru-RU" dirty="0" err="1" smtClean="0"/>
              <a:t>Бражникова</a:t>
            </a:r>
            <a:r>
              <a:rPr lang="ru-RU" dirty="0" smtClean="0"/>
              <a:t> Полина</a:t>
            </a:r>
          </a:p>
          <a:p>
            <a:pPr algn="r"/>
            <a:r>
              <a:rPr lang="ru-RU" dirty="0" smtClean="0"/>
              <a:t>Заева Валерия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764704"/>
            <a:ext cx="7848872" cy="1902073"/>
          </a:xfrm>
        </p:spPr>
        <p:txBody>
          <a:bodyPr>
            <a:normAutofit fontScale="90000"/>
          </a:bodyPr>
          <a:lstStyle/>
          <a:p>
            <a:r>
              <a:rPr lang="ru-RU" sz="6700" dirty="0" err="1" smtClean="0"/>
              <a:t>Веб-приложение</a:t>
            </a:r>
            <a:r>
              <a:rPr lang="ru-RU" sz="6700" dirty="0" smtClean="0"/>
              <a:t> «</a:t>
            </a:r>
            <a:r>
              <a:rPr lang="en-US" sz="6700" b="1" dirty="0" err="1" smtClean="0"/>
              <a:t>SmokeByModel</a:t>
            </a:r>
            <a:r>
              <a:rPr lang="ru-RU" sz="6700" b="1" dirty="0" smtClean="0"/>
              <a:t>»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Название проекта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/>
              <a:t>Это </a:t>
            </a:r>
            <a:r>
              <a:rPr lang="ru-RU" dirty="0" err="1"/>
              <a:t>веб-приложение</a:t>
            </a:r>
            <a:r>
              <a:rPr lang="ru-RU" dirty="0"/>
              <a:t> для </a:t>
            </a:r>
            <a:r>
              <a:rPr lang="ru-RU" dirty="0" err="1"/>
              <a:t>онлайн-просмотра</a:t>
            </a:r>
            <a:r>
              <a:rPr lang="ru-RU" dirty="0"/>
              <a:t> отзывов с системой регистрации и входа </a:t>
            </a:r>
            <a:r>
              <a:rPr lang="ru-RU" dirty="0" smtClean="0"/>
              <a:t>пользователей под названием «</a:t>
            </a:r>
            <a:r>
              <a:rPr lang="en-US" dirty="0" err="1" smtClean="0"/>
              <a:t>SmokeByModel</a:t>
            </a:r>
            <a:r>
              <a:rPr lang="ru-RU" dirty="0" smtClean="0"/>
              <a:t>»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 и Актуальность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Целью проекта является разработать </a:t>
            </a:r>
            <a:r>
              <a:rPr lang="ru-RU" dirty="0" err="1"/>
              <a:t>веб-приложение</a:t>
            </a:r>
            <a:r>
              <a:rPr lang="ru-RU" dirty="0"/>
              <a:t>, которое позволяет пользователям регистрироваться, входить в систему, просматривать список брендов одежды, оставлять отзывы на бренды и читать отзывы других пользователей.</a:t>
            </a:r>
          </a:p>
          <a:p>
            <a:r>
              <a:rPr lang="ru-RU" dirty="0"/>
              <a:t>Актуальность проекта обусловлена тем, что </a:t>
            </a:r>
            <a:r>
              <a:rPr lang="ru-RU" dirty="0" err="1"/>
              <a:t>онлайн-торговля</a:t>
            </a:r>
            <a:r>
              <a:rPr lang="ru-RU" dirty="0"/>
              <a:t> одеждой занимает более 30% розничного рынка, и у пользователей нет возможности оценить товар перед покупкой. Поэтому они всё чаще ориентируются на отзывы и рейтинги других покупателей при выборе бренда. Наличие системы отзывов на сайте становится ключевым фактором доверия и конкурентоспособности.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 проекта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Для достижения цели необходимо решить следующие задачи:</a:t>
            </a:r>
            <a:br>
              <a:rPr lang="ru-RU" dirty="0"/>
            </a:br>
            <a:r>
              <a:rPr lang="ru-RU" dirty="0"/>
              <a:t>- Проанализировать предметную область </a:t>
            </a:r>
            <a:br>
              <a:rPr lang="ru-RU" dirty="0"/>
            </a:br>
            <a:r>
              <a:rPr lang="ru-RU" dirty="0"/>
              <a:t>- Сформулировать функциональные и нефункциональные требования</a:t>
            </a:r>
            <a:br>
              <a:rPr lang="ru-RU" dirty="0"/>
            </a:br>
            <a:r>
              <a:rPr lang="ru-RU" dirty="0"/>
              <a:t>- Реализовать регистрацию, вход </a:t>
            </a:r>
            <a:r>
              <a:rPr lang="ru-RU" dirty="0" smtClean="0"/>
              <a:t>пользователей </a:t>
            </a:r>
            <a:r>
              <a:rPr lang="ru-RU" dirty="0"/>
              <a:t>с шифрованием паролей. </a:t>
            </a:r>
          </a:p>
          <a:p>
            <a:r>
              <a:rPr lang="ru-RU" dirty="0"/>
              <a:t>- Реализовать страницу со списком брендов.</a:t>
            </a:r>
          </a:p>
          <a:p>
            <a:r>
              <a:rPr lang="ru-RU" dirty="0"/>
              <a:t>- Реализовать возможность оставлять отзывы на бренд.</a:t>
            </a:r>
          </a:p>
          <a:p>
            <a:r>
              <a:rPr lang="ru-RU" dirty="0"/>
              <a:t>- Реализовать просмотр всех отзывов о бренде.</a:t>
            </a:r>
          </a:p>
          <a:p>
            <a:r>
              <a:rPr lang="ru-RU" dirty="0"/>
              <a:t>- Настроить базу данных и автоматическое создание таблиц.</a:t>
            </a:r>
          </a:p>
          <a:p>
            <a:r>
              <a:rPr lang="ru-RU" dirty="0"/>
              <a:t>- Реализовать </a:t>
            </a:r>
            <a:r>
              <a:rPr lang="ru-RU" dirty="0" err="1"/>
              <a:t>валидацию</a:t>
            </a:r>
            <a:r>
              <a:rPr lang="ru-RU" dirty="0"/>
              <a:t> форм и вывод понятных сообщений об ошибках.</a:t>
            </a:r>
          </a:p>
          <a:p>
            <a:r>
              <a:rPr lang="ru-RU" dirty="0"/>
              <a:t>- Обеспечить сборку и запуск проекта.</a:t>
            </a:r>
            <a:br>
              <a:rPr lang="ru-RU" dirty="0"/>
            </a:br>
            <a:r>
              <a:rPr lang="ru-RU" dirty="0"/>
              <a:t>- Провести тестирование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Функциональные требования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67544" y="1412776"/>
            <a:ext cx="8208912" cy="4813995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ru-RU" dirty="0"/>
              <a:t>Пользователь может зарегистрироваться.</a:t>
            </a:r>
          </a:p>
          <a:p>
            <a:pPr lvl="0"/>
            <a:r>
              <a:rPr lang="ru-RU" dirty="0"/>
              <a:t>Пользователь может войти в систему.</a:t>
            </a:r>
          </a:p>
          <a:p>
            <a:pPr lvl="0"/>
            <a:r>
              <a:rPr lang="ru-RU" dirty="0" smtClean="0"/>
              <a:t>Неавторизованный </a:t>
            </a:r>
            <a:r>
              <a:rPr lang="ru-RU" dirty="0"/>
              <a:t>пользователь не видит каталог.</a:t>
            </a:r>
          </a:p>
          <a:p>
            <a:pPr lvl="0"/>
            <a:r>
              <a:rPr lang="ru-RU" dirty="0"/>
              <a:t>Авторизованный пользователь видит список брендов одежды.</a:t>
            </a:r>
          </a:p>
          <a:p>
            <a:pPr lvl="0"/>
            <a:r>
              <a:rPr lang="ru-RU" dirty="0"/>
              <a:t>Авторизованный пользователь может оставить отзыв на бренд (заголовок, текст, рейтинг от 1 до 10).</a:t>
            </a:r>
          </a:p>
          <a:p>
            <a:pPr lvl="0"/>
            <a:r>
              <a:rPr lang="ru-RU" dirty="0"/>
              <a:t>Авторизованный пользователь может просматривать все отзывы о бренде.</a:t>
            </a:r>
          </a:p>
          <a:p>
            <a:pPr lvl="0"/>
            <a:r>
              <a:rPr lang="ru-RU" dirty="0" smtClean="0"/>
              <a:t>Авторизованный пользователь может просматривать отзывы, которое он оставил</a:t>
            </a:r>
          </a:p>
          <a:p>
            <a:pPr lvl="0"/>
            <a:r>
              <a:rPr lang="ru-RU" dirty="0" smtClean="0"/>
              <a:t>Отзывы </a:t>
            </a:r>
            <a:r>
              <a:rPr lang="ru-RU" dirty="0"/>
              <a:t>сохраняются в базу данных.</a:t>
            </a:r>
          </a:p>
          <a:p>
            <a:pPr lvl="0"/>
            <a:r>
              <a:rPr lang="ru-RU" dirty="0"/>
              <a:t>Пароли хранятся в зашифрованном виде.</a:t>
            </a:r>
          </a:p>
          <a:p>
            <a:pPr lvl="0"/>
            <a:r>
              <a:rPr lang="ru-RU" dirty="0" smtClean="0"/>
              <a:t>При </a:t>
            </a:r>
            <a:r>
              <a:rPr lang="ru-RU" dirty="0"/>
              <a:t>ошибках ввода </a:t>
            </a:r>
            <a:r>
              <a:rPr lang="ru-RU" dirty="0" smtClean="0"/>
              <a:t>пользователю нужно будет ввести логин и пароль заново.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/>
              <a:t>Нефункциональные требования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1. Пользователь работает через браузер.</a:t>
            </a:r>
          </a:p>
          <a:p>
            <a:r>
              <a:rPr lang="ru-RU" dirty="0"/>
              <a:t>2. Проект написан на современной версии </a:t>
            </a:r>
            <a:r>
              <a:rPr lang="en-US" dirty="0"/>
              <a:t>Java</a:t>
            </a:r>
            <a:r>
              <a:rPr lang="ru-RU" dirty="0"/>
              <a:t> с использованием основного </a:t>
            </a:r>
            <a:r>
              <a:rPr lang="ru-RU" dirty="0" err="1"/>
              <a:t>фреймворка</a:t>
            </a:r>
            <a:r>
              <a:rPr lang="ru-RU" dirty="0"/>
              <a:t> </a:t>
            </a:r>
            <a:r>
              <a:rPr lang="en-US" dirty="0"/>
              <a:t>Spring Boot</a:t>
            </a:r>
            <a:r>
              <a:rPr lang="ru-RU" dirty="0"/>
              <a:t> 3.5.7.</a:t>
            </a:r>
          </a:p>
          <a:p>
            <a:r>
              <a:rPr lang="ru-RU" dirty="0"/>
              <a:t>3. Все зависимости и процесс сборки управляются через </a:t>
            </a:r>
            <a:r>
              <a:rPr lang="en-US" dirty="0"/>
              <a:t>Maven</a:t>
            </a:r>
            <a:r>
              <a:rPr lang="ru-RU" dirty="0"/>
              <a:t>.</a:t>
            </a:r>
          </a:p>
          <a:p>
            <a:r>
              <a:rPr lang="ru-RU" dirty="0"/>
              <a:t>4. Запуск одной командой.</a:t>
            </a:r>
          </a:p>
          <a:p>
            <a:r>
              <a:rPr lang="ru-RU" dirty="0"/>
              <a:t>5. При локальном тестировании используется встроенная база </a:t>
            </a:r>
            <a:r>
              <a:rPr lang="en-US" dirty="0"/>
              <a:t>H</a:t>
            </a:r>
            <a:r>
              <a:rPr lang="ru-RU" dirty="0"/>
              <a:t>2 (не требует установки). В боевом режиме подключается </a:t>
            </a:r>
            <a:r>
              <a:rPr lang="en-US" dirty="0" err="1"/>
              <a:t>PostgreSQL</a:t>
            </a:r>
            <a:r>
              <a:rPr lang="ru-RU" dirty="0"/>
              <a:t> через настройки.</a:t>
            </a:r>
          </a:p>
          <a:p>
            <a:r>
              <a:rPr lang="ru-RU" dirty="0"/>
              <a:t>6. При первом запуске база данных автоматически заполняется брендами.</a:t>
            </a:r>
          </a:p>
          <a:p>
            <a:r>
              <a:rPr lang="ru-RU" dirty="0"/>
              <a:t>7. Весь исходный код проекта загружен в публичный </a:t>
            </a:r>
            <a:r>
              <a:rPr lang="ru-RU" dirty="0" err="1"/>
              <a:t>репозиторий</a:t>
            </a:r>
            <a:r>
              <a:rPr lang="ru-RU" dirty="0"/>
              <a:t> на </a:t>
            </a:r>
            <a:r>
              <a:rPr lang="en-US" dirty="0" err="1"/>
              <a:t>GitHub</a:t>
            </a:r>
            <a:r>
              <a:rPr lang="ru-RU" dirty="0"/>
              <a:t>.</a:t>
            </a:r>
          </a:p>
          <a:p>
            <a:r>
              <a:rPr lang="ru-RU" dirty="0"/>
              <a:t>8. Интерфейс аккуратный и читаемый.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технологии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 err="1"/>
              <a:t>Java</a:t>
            </a:r>
            <a:r>
              <a:rPr lang="ru-RU" dirty="0"/>
              <a:t> — язык программирования.</a:t>
            </a:r>
            <a:endParaRPr lang="ru-RU" b="1" dirty="0"/>
          </a:p>
          <a:p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Boot</a:t>
            </a:r>
            <a:r>
              <a:rPr lang="ru-RU" dirty="0"/>
              <a:t> — </a:t>
            </a:r>
            <a:r>
              <a:rPr lang="ru-RU" dirty="0" err="1"/>
              <a:t>фреймворк</a:t>
            </a:r>
            <a:r>
              <a:rPr lang="ru-RU" dirty="0"/>
              <a:t> для создания </a:t>
            </a:r>
            <a:r>
              <a:rPr lang="ru-RU" dirty="0" err="1"/>
              <a:t>веб-приложений</a:t>
            </a:r>
            <a:r>
              <a:rPr lang="ru-RU" dirty="0"/>
              <a:t>.</a:t>
            </a:r>
            <a:endParaRPr lang="ru-RU" b="1" dirty="0"/>
          </a:p>
          <a:p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Security</a:t>
            </a:r>
            <a:r>
              <a:rPr lang="ru-RU" dirty="0"/>
              <a:t> — модуль для аутентификации и авторизации.</a:t>
            </a:r>
            <a:endParaRPr lang="ru-RU" b="1" dirty="0"/>
          </a:p>
          <a:p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JPA — модуль для работы с базой данных.</a:t>
            </a:r>
            <a:endParaRPr lang="ru-RU" b="1" dirty="0"/>
          </a:p>
          <a:p>
            <a:r>
              <a:rPr lang="ru-RU" dirty="0" err="1"/>
              <a:t>PostgreSQL</a:t>
            </a:r>
            <a:r>
              <a:rPr lang="ru-RU" dirty="0"/>
              <a:t> — реляционная база данных.</a:t>
            </a:r>
            <a:endParaRPr lang="ru-RU" b="1" dirty="0"/>
          </a:p>
          <a:p>
            <a:r>
              <a:rPr lang="ru-RU" dirty="0"/>
              <a:t>H2 — встроенная база данных для тестирования.</a:t>
            </a:r>
            <a:endParaRPr lang="ru-RU" b="1" dirty="0"/>
          </a:p>
          <a:p>
            <a:r>
              <a:rPr lang="ru-RU" dirty="0" err="1"/>
              <a:t>Thymeleaf</a:t>
            </a:r>
            <a:r>
              <a:rPr lang="ru-RU" dirty="0"/>
              <a:t> — </a:t>
            </a:r>
            <a:r>
              <a:rPr lang="ru-RU" dirty="0" err="1"/>
              <a:t>шаблонизатор</a:t>
            </a:r>
            <a:r>
              <a:rPr lang="ru-RU" dirty="0"/>
              <a:t> для HTML-страниц.</a:t>
            </a:r>
            <a:endParaRPr lang="ru-RU" b="1" dirty="0"/>
          </a:p>
          <a:p>
            <a:r>
              <a:rPr lang="ru-RU" dirty="0" err="1"/>
              <a:t>Maven</a:t>
            </a:r>
            <a:r>
              <a:rPr lang="ru-RU" dirty="0"/>
              <a:t> — система сборки и управления зависимостями.</a:t>
            </a:r>
            <a:endParaRPr lang="ru-RU" b="1" dirty="0"/>
          </a:p>
          <a:p>
            <a:r>
              <a:rPr lang="ru-RU" dirty="0" err="1"/>
              <a:t>Lombok</a:t>
            </a:r>
            <a:r>
              <a:rPr lang="ru-RU" dirty="0"/>
              <a:t> — библиотека для сокращения шаблонного кода.</a:t>
            </a:r>
            <a:endParaRPr lang="ru-RU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/>
              <a:t>Перспективы </a:t>
            </a:r>
            <a:r>
              <a:rPr lang="ru-RU" dirty="0" smtClean="0"/>
              <a:t>развития 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Разделение </a:t>
            </a:r>
            <a:r>
              <a:rPr lang="ru-RU" sz="2400" dirty="0"/>
              <a:t>ролей: обычный пользователь и администратор.</a:t>
            </a:r>
            <a:endParaRPr lang="ru-RU" sz="2400" dirty="0" smtClean="0"/>
          </a:p>
          <a:p>
            <a:r>
              <a:rPr lang="ru-RU" sz="2400" dirty="0" err="1"/>
              <a:t>Админ-панель</a:t>
            </a:r>
            <a:r>
              <a:rPr lang="ru-RU" sz="2400" dirty="0"/>
              <a:t> для добавления, редактирования и удаления брендов/товаров.</a:t>
            </a:r>
            <a:endParaRPr lang="ru-RU" sz="2400" dirty="0" smtClean="0"/>
          </a:p>
          <a:p>
            <a:r>
              <a:rPr lang="ru-RU" sz="2400" dirty="0"/>
              <a:t>Добавление возможности загружать изображения к отзывам.</a:t>
            </a:r>
            <a:endParaRPr lang="ru-RU" sz="2400" dirty="0" smtClean="0"/>
          </a:p>
          <a:p>
            <a:r>
              <a:rPr lang="ru-RU" sz="2400" dirty="0"/>
              <a:t>Возможность ставить лайки или отмечать отзывы как полезные.</a:t>
            </a:r>
            <a:endParaRPr lang="ru-RU" sz="2400" dirty="0" smtClean="0"/>
          </a:p>
          <a:p>
            <a:r>
              <a:rPr lang="ru-RU" sz="2400" dirty="0"/>
              <a:t>Адаптация под мобильные устройства и улучшение дизайна.</a:t>
            </a:r>
            <a:endParaRPr lang="ru-RU" sz="2400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Тестирование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95536" y="1340768"/>
            <a:ext cx="8229600" cy="5040560"/>
          </a:xfrm>
        </p:spPr>
        <p:txBody>
          <a:bodyPr/>
          <a:lstStyle/>
          <a:p>
            <a:pPr lvl="0" algn="ctr"/>
            <a:r>
              <a:rPr lang="ru-RU" sz="2400" dirty="0" smtClean="0"/>
              <a:t>Пользователь может зарегистрироваться.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988840"/>
            <a:ext cx="7632848" cy="4253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556792"/>
            <a:ext cx="8229600" cy="4801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043608" y="692696"/>
            <a:ext cx="69127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ru-RU" sz="2400" dirty="0" smtClean="0"/>
              <a:t>Пользователь может войти в систему.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348880"/>
            <a:ext cx="4317279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5" y="2348880"/>
            <a:ext cx="4176464" cy="3382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467544" y="116632"/>
            <a:ext cx="82089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ru-RU" sz="2400" dirty="0" smtClean="0"/>
              <a:t>Неавторизованный пользователь не видит каталог.</a:t>
            </a:r>
          </a:p>
          <a:p>
            <a:pPr lvl="0" algn="ctr"/>
            <a:r>
              <a:rPr lang="ru-RU" sz="2400" dirty="0" smtClean="0"/>
              <a:t>Авторизованный пользователь видит список брендов одежды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188640"/>
            <a:ext cx="7848872" cy="1224136"/>
          </a:xfrm>
        </p:spPr>
        <p:txBody>
          <a:bodyPr>
            <a:noAutofit/>
          </a:bodyPr>
          <a:lstStyle/>
          <a:p>
            <a:pPr lvl="0"/>
            <a:r>
              <a:rPr lang="ru-RU" sz="2400" dirty="0" smtClean="0"/>
              <a:t>Авторизованный пользователь может оставить отзыв на бренд (заголовок, текст, рейтинг от 1 до 10).</a:t>
            </a:r>
            <a:br>
              <a:rPr lang="ru-RU" sz="2400" dirty="0" smtClean="0"/>
            </a:br>
            <a:endParaRPr lang="ru-RU" sz="24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763688" y="1556792"/>
            <a:ext cx="570030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-243408"/>
            <a:ext cx="7704856" cy="1296144"/>
          </a:xfrm>
        </p:spPr>
        <p:txBody>
          <a:bodyPr>
            <a:normAutofit/>
          </a:bodyPr>
          <a:lstStyle/>
          <a:p>
            <a:pPr lvl="0"/>
            <a:r>
              <a:rPr lang="ru-RU" sz="2700" dirty="0" smtClean="0"/>
              <a:t>Авторизованный пользователь может просматривать все отзывы о бренде.</a:t>
            </a:r>
            <a:endParaRPr lang="ru-RU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852311" y="1527175"/>
            <a:ext cx="7402866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ru-RU" sz="2700" dirty="0" smtClean="0"/>
              <a:t>Авторизованный пользователь может просматривать отзывы, которое он оставил</a:t>
            </a:r>
            <a:endParaRPr lang="ru-RU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638531" y="1527175"/>
            <a:ext cx="7830426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sz="4000" dirty="0" smtClean="0"/>
              <a:t>Вывод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Разработанное </a:t>
            </a:r>
            <a:r>
              <a:rPr lang="ru-RU" dirty="0" err="1"/>
              <a:t>веб-приложение</a:t>
            </a:r>
            <a:r>
              <a:rPr lang="ru-RU" dirty="0"/>
              <a:t> «</a:t>
            </a:r>
            <a:r>
              <a:rPr lang="en-US" dirty="0" err="1"/>
              <a:t>SmokeByModel</a:t>
            </a:r>
            <a:r>
              <a:rPr lang="ru-RU" dirty="0"/>
              <a:t>» представляет собой сайт для просмотра брендов одежды с системой регистрации, авторизации и отзывов. Все функциональные и нефункциональные требования выполнены. Пользователь может зарегистрироваться, войти, выйти, просматривать список брендов, оставлять отзывы с рейтингом от 1 до 10 и читать отзывы других пользователей. Доступ защищён, пароли зашифрованы, данные загружаются из базы данных. Приложение имеет </a:t>
            </a:r>
            <a:r>
              <a:rPr lang="ru-RU" dirty="0" err="1"/>
              <a:t>веб-интерфейс</a:t>
            </a:r>
            <a:r>
              <a:rPr lang="ru-RU" dirty="0"/>
              <a:t>, написано на </a:t>
            </a:r>
            <a:r>
              <a:rPr lang="en-US" dirty="0"/>
              <a:t>Java</a:t>
            </a:r>
            <a:r>
              <a:rPr lang="ru-RU" dirty="0"/>
              <a:t> с использованием </a:t>
            </a:r>
            <a:r>
              <a:rPr lang="en-US" dirty="0"/>
              <a:t>Spring Boot</a:t>
            </a:r>
            <a:r>
              <a:rPr lang="ru-RU" dirty="0"/>
              <a:t>, собирается </a:t>
            </a:r>
            <a:r>
              <a:rPr lang="en-US" dirty="0"/>
              <a:t>Maven</a:t>
            </a:r>
            <a:r>
              <a:rPr lang="ru-RU" dirty="0"/>
              <a:t>, запускается одной командой, код размещён на </a:t>
            </a:r>
            <a:r>
              <a:rPr lang="en-US" dirty="0" err="1"/>
              <a:t>GitHub</a:t>
            </a:r>
            <a:r>
              <a:rPr lang="ru-RU" dirty="0"/>
              <a:t>.</a:t>
            </a:r>
            <a:r>
              <a:rPr lang="en-US" dirty="0"/>
              <a:t> 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фициальная">
  <a:themeElements>
    <a:clrScheme name="Официальная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Официальная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Официальная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44</TotalTime>
  <Words>570</Words>
  <Application>Microsoft Office PowerPoint</Application>
  <PresentationFormat>Экран (4:3)</PresentationFormat>
  <Paragraphs>64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Официальная</vt:lpstr>
      <vt:lpstr>Веб-приложение «SmokeByModel» </vt:lpstr>
      <vt:lpstr>Название проекта</vt:lpstr>
      <vt:lpstr>Цель и Актуальность</vt:lpstr>
      <vt:lpstr>Задачи проекта</vt:lpstr>
      <vt:lpstr>Функциональные требования</vt:lpstr>
      <vt:lpstr>Нефункциональные требования </vt:lpstr>
      <vt:lpstr>Используемые технологии </vt:lpstr>
      <vt:lpstr>Перспективы развития  </vt:lpstr>
      <vt:lpstr>Тестирование</vt:lpstr>
      <vt:lpstr>Слайд 10</vt:lpstr>
      <vt:lpstr>Слайд 11</vt:lpstr>
      <vt:lpstr>Авторизованный пользователь может оставить отзыв на бренд (заголовок, текст, рейтинг от 1 до 10). </vt:lpstr>
      <vt:lpstr>Авторизованный пользователь может просматривать все отзывы о бренде.</vt:lpstr>
      <vt:lpstr>Авторизованный пользователь может просматривать отзывы, которое он оставил</vt:lpstr>
      <vt:lpstr>Вывод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Веб-приложение «SmokeByModel»</dc:title>
  <dc:creator>Inna</dc:creator>
  <cp:lastModifiedBy>Inna</cp:lastModifiedBy>
  <cp:revision>5</cp:revision>
  <dcterms:created xsi:type="dcterms:W3CDTF">2026-04-08T13:25:44Z</dcterms:created>
  <dcterms:modified xsi:type="dcterms:W3CDTF">2026-04-08T14:10:23Z</dcterms:modified>
</cp:coreProperties>
</file>