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Содержимое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Содержимое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Содержимое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Содержимое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я соединительная лини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98BA1CF0-D752-4E28-9C53-D19CE77AEFDB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2EAA207-90A8-40D0-BADF-ED4493F7A1D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83768" y="4293096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ru-RU" dirty="0" smtClean="0"/>
              <a:t>Выполняли:</a:t>
            </a:r>
          </a:p>
          <a:p>
            <a:pPr algn="r"/>
            <a:r>
              <a:rPr lang="ru-RU" dirty="0" err="1" smtClean="0"/>
              <a:t>Буракова</a:t>
            </a:r>
            <a:r>
              <a:rPr lang="ru-RU" dirty="0" smtClean="0"/>
              <a:t> Мария</a:t>
            </a:r>
          </a:p>
          <a:p>
            <a:pPr algn="r"/>
            <a:r>
              <a:rPr lang="ru-RU" dirty="0" err="1" smtClean="0"/>
              <a:t>Бражникова</a:t>
            </a:r>
            <a:r>
              <a:rPr lang="ru-RU" dirty="0" smtClean="0"/>
              <a:t> Полина</a:t>
            </a:r>
          </a:p>
          <a:p>
            <a:pPr algn="r"/>
            <a:r>
              <a:rPr lang="ru-RU" dirty="0" smtClean="0"/>
              <a:t>Заева Валерия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764704"/>
            <a:ext cx="7848872" cy="1902073"/>
          </a:xfrm>
        </p:spPr>
        <p:txBody>
          <a:bodyPr>
            <a:normAutofit fontScale="90000"/>
          </a:bodyPr>
          <a:lstStyle/>
          <a:p>
            <a:r>
              <a:rPr lang="ru-RU" sz="6700" dirty="0" err="1" smtClean="0"/>
              <a:t>Веб-приложение</a:t>
            </a:r>
            <a:r>
              <a:rPr lang="ru-RU" sz="6700" dirty="0" smtClean="0"/>
              <a:t> «</a:t>
            </a:r>
            <a:r>
              <a:rPr lang="en-US" sz="6700" b="1" dirty="0" err="1" smtClean="0"/>
              <a:t>SmokeByModel</a:t>
            </a:r>
            <a:r>
              <a:rPr lang="ru-RU" sz="6700" b="1" dirty="0" smtClean="0"/>
              <a:t>»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Название 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/>
              <a:t>Это </a:t>
            </a:r>
            <a:r>
              <a:rPr lang="ru-RU" dirty="0" err="1"/>
              <a:t>веб-приложение</a:t>
            </a:r>
            <a:r>
              <a:rPr lang="ru-RU" dirty="0"/>
              <a:t> для </a:t>
            </a:r>
            <a:r>
              <a:rPr lang="ru-RU" dirty="0" err="1"/>
              <a:t>онлайн-просмотра</a:t>
            </a:r>
            <a:r>
              <a:rPr lang="ru-RU" dirty="0"/>
              <a:t> отзывов с системой </a:t>
            </a:r>
            <a:r>
              <a:rPr lang="ru-RU" dirty="0" smtClean="0"/>
              <a:t>авторизации под </a:t>
            </a:r>
            <a:r>
              <a:rPr lang="ru-RU" dirty="0" smtClean="0"/>
              <a:t>названием «</a:t>
            </a:r>
            <a:r>
              <a:rPr lang="en-US" dirty="0" err="1" smtClean="0"/>
              <a:t>SmokeByModel</a:t>
            </a:r>
            <a:r>
              <a:rPr lang="ru-RU" dirty="0" smtClean="0"/>
              <a:t>»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 Актуальность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Целью проекта является разработать </a:t>
            </a:r>
            <a:r>
              <a:rPr lang="ru-RU" dirty="0" err="1" smtClean="0"/>
              <a:t>веб-приложение</a:t>
            </a:r>
            <a:r>
              <a:rPr lang="ru-RU" dirty="0" smtClean="0"/>
              <a:t>, которое позволяет пользователям регистрироваться, входить в систему, просматривать список брендов одежды, оставлять отзывы на бренды и читать отзывы других пользователей.</a:t>
            </a:r>
          </a:p>
          <a:p>
            <a:r>
              <a:rPr lang="ru-RU" dirty="0" smtClean="0"/>
              <a:t>Актуальность: В условиях, когда </a:t>
            </a:r>
            <a:r>
              <a:rPr lang="ru-RU" dirty="0" err="1" smtClean="0"/>
              <a:t>онлайн-торговля</a:t>
            </a:r>
            <a:r>
              <a:rPr lang="ru-RU" dirty="0" smtClean="0"/>
              <a:t> одеждой занимает 30+% рынка, пользователи не могут оценить товар физически до покупки и ориентируются на чужие отзывы, что делает систему рейтингов критически важной.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- </a:t>
            </a:r>
            <a:r>
              <a:rPr lang="ru-RU" dirty="0"/>
              <a:t>Реализовать регистрацию, вход </a:t>
            </a:r>
            <a:r>
              <a:rPr lang="ru-RU" dirty="0" smtClean="0"/>
              <a:t>пользователей </a:t>
            </a:r>
            <a:r>
              <a:rPr lang="ru-RU" dirty="0"/>
              <a:t>с шифрованием паролей. </a:t>
            </a:r>
          </a:p>
          <a:p>
            <a:r>
              <a:rPr lang="ru-RU" dirty="0"/>
              <a:t>- Реализовать страницу со списком брендов.</a:t>
            </a:r>
          </a:p>
          <a:p>
            <a:r>
              <a:rPr lang="ru-RU" dirty="0"/>
              <a:t>- Реализовать возможность оставлять отзывы на бренд.</a:t>
            </a:r>
          </a:p>
          <a:p>
            <a:r>
              <a:rPr lang="ru-RU" dirty="0"/>
              <a:t>- Реализовать просмотр всех отзывов о бренде.</a:t>
            </a:r>
          </a:p>
          <a:p>
            <a:r>
              <a:rPr lang="ru-RU" dirty="0"/>
              <a:t>- Настроить базу данных и автоматическое создание таблиц.</a:t>
            </a:r>
          </a:p>
          <a:p>
            <a:r>
              <a:rPr lang="ru-RU" dirty="0" smtClean="0"/>
              <a:t>- </a:t>
            </a:r>
            <a:r>
              <a:rPr lang="ru-RU" dirty="0"/>
              <a:t>Провести тестирование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Функциональные требования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1550819"/>
            <a:ext cx="8207375" cy="453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/>
              <a:t>Нефункциональные требования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1. Пользователь работает через браузер.</a:t>
            </a:r>
          </a:p>
          <a:p>
            <a:r>
              <a:rPr lang="ru-RU" dirty="0"/>
              <a:t>2. Проект написан на современной версии </a:t>
            </a:r>
            <a:r>
              <a:rPr lang="en-US" dirty="0"/>
              <a:t>Java</a:t>
            </a:r>
            <a:r>
              <a:rPr lang="ru-RU" dirty="0"/>
              <a:t> с использованием основного </a:t>
            </a:r>
            <a:r>
              <a:rPr lang="ru-RU" dirty="0" err="1"/>
              <a:t>фреймворка</a:t>
            </a:r>
            <a:r>
              <a:rPr lang="ru-RU" dirty="0"/>
              <a:t> </a:t>
            </a:r>
            <a:r>
              <a:rPr lang="en-US" dirty="0"/>
              <a:t>Spring Boot</a:t>
            </a:r>
            <a:r>
              <a:rPr lang="ru-RU" dirty="0"/>
              <a:t> 3.5.7.</a:t>
            </a:r>
          </a:p>
          <a:p>
            <a:r>
              <a:rPr lang="ru-RU" dirty="0"/>
              <a:t>3. Все зависимости и процесс сборки управляются через </a:t>
            </a:r>
            <a:r>
              <a:rPr lang="en-US" dirty="0"/>
              <a:t>Maven</a:t>
            </a:r>
            <a:r>
              <a:rPr lang="ru-RU" dirty="0"/>
              <a:t>.</a:t>
            </a:r>
          </a:p>
          <a:p>
            <a:r>
              <a:rPr lang="ru-RU" dirty="0" smtClean="0"/>
              <a:t>4</a:t>
            </a:r>
            <a:r>
              <a:rPr lang="ru-RU" dirty="0" smtClean="0"/>
              <a:t>. </a:t>
            </a:r>
            <a:r>
              <a:rPr lang="ru-RU" dirty="0"/>
              <a:t>При первом запуске база данных автоматически заполняется брендами.</a:t>
            </a:r>
          </a:p>
          <a:p>
            <a:r>
              <a:rPr lang="ru-RU" dirty="0"/>
              <a:t>5</a:t>
            </a:r>
            <a:r>
              <a:rPr lang="ru-RU" dirty="0" smtClean="0"/>
              <a:t>. </a:t>
            </a:r>
            <a:r>
              <a:rPr lang="ru-RU" dirty="0"/>
              <a:t>Весь исходный код проекта загружен в публичный </a:t>
            </a:r>
            <a:r>
              <a:rPr lang="ru-RU" dirty="0" err="1"/>
              <a:t>репозиторий</a:t>
            </a:r>
            <a:r>
              <a:rPr lang="ru-RU" dirty="0"/>
              <a:t> на </a:t>
            </a:r>
            <a:r>
              <a:rPr lang="en-US" dirty="0" err="1"/>
              <a:t>GitHub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err="1"/>
              <a:t>Java</a:t>
            </a:r>
            <a:r>
              <a:rPr lang="ru-RU" dirty="0"/>
              <a:t> — язык программирования.</a:t>
            </a:r>
            <a:endParaRPr lang="ru-RU" b="1" dirty="0"/>
          </a:p>
          <a:p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Boot</a:t>
            </a:r>
            <a:r>
              <a:rPr lang="ru-RU" dirty="0"/>
              <a:t> — </a:t>
            </a:r>
            <a:r>
              <a:rPr lang="ru-RU" dirty="0" err="1"/>
              <a:t>фреймворк</a:t>
            </a:r>
            <a:r>
              <a:rPr lang="ru-RU" dirty="0"/>
              <a:t> для создания </a:t>
            </a:r>
            <a:r>
              <a:rPr lang="ru-RU" dirty="0" err="1"/>
              <a:t>веб-приложений</a:t>
            </a:r>
            <a:r>
              <a:rPr lang="ru-RU" dirty="0"/>
              <a:t>.</a:t>
            </a:r>
            <a:endParaRPr lang="ru-RU" b="1" dirty="0"/>
          </a:p>
          <a:p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 — модуль для аутентификации и авторизации.</a:t>
            </a:r>
            <a:endParaRPr lang="ru-RU" b="1" dirty="0"/>
          </a:p>
          <a:p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JPA — модуль для работы с базой данных.</a:t>
            </a:r>
            <a:endParaRPr lang="ru-RU" b="1" dirty="0"/>
          </a:p>
          <a:p>
            <a:r>
              <a:rPr lang="ru-RU" dirty="0" err="1"/>
              <a:t>PostgreSQL</a:t>
            </a:r>
            <a:r>
              <a:rPr lang="ru-RU" dirty="0"/>
              <a:t> — реляционная база данных.</a:t>
            </a:r>
            <a:endParaRPr lang="ru-RU" b="1" dirty="0"/>
          </a:p>
          <a:p>
            <a:r>
              <a:rPr lang="ru-RU" dirty="0"/>
              <a:t>H2 — встроенная база данных для тестирования.</a:t>
            </a:r>
            <a:endParaRPr lang="ru-RU" b="1" dirty="0"/>
          </a:p>
          <a:p>
            <a:r>
              <a:rPr lang="ru-RU" dirty="0" err="1"/>
              <a:t>Thymeleaf</a:t>
            </a:r>
            <a:r>
              <a:rPr lang="ru-RU" dirty="0"/>
              <a:t> — </a:t>
            </a:r>
            <a:r>
              <a:rPr lang="ru-RU" dirty="0" err="1"/>
              <a:t>шаблонизатор</a:t>
            </a:r>
            <a:r>
              <a:rPr lang="ru-RU" dirty="0"/>
              <a:t> для HTML-страниц.</a:t>
            </a:r>
            <a:endParaRPr lang="ru-RU" b="1" dirty="0"/>
          </a:p>
          <a:p>
            <a:r>
              <a:rPr lang="ru-RU" dirty="0" err="1"/>
              <a:t>Maven</a:t>
            </a:r>
            <a:r>
              <a:rPr lang="ru-RU" dirty="0"/>
              <a:t> — система сборки и управления зависимостями.</a:t>
            </a:r>
            <a:endParaRPr lang="ru-RU" b="1" dirty="0"/>
          </a:p>
          <a:p>
            <a:r>
              <a:rPr lang="ru-RU" dirty="0" err="1"/>
              <a:t>Lombok</a:t>
            </a:r>
            <a:r>
              <a:rPr lang="ru-RU" dirty="0"/>
              <a:t> — библиотека для сокращения шаблонного кода.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/>
              <a:t>Перспективы </a:t>
            </a:r>
            <a:r>
              <a:rPr lang="ru-RU" dirty="0" smtClean="0"/>
              <a:t>развития 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Разделение </a:t>
            </a:r>
            <a:r>
              <a:rPr lang="ru-RU" sz="2400" dirty="0"/>
              <a:t>ролей: обычный пользователь и администратор.</a:t>
            </a:r>
            <a:endParaRPr lang="ru-RU" sz="2400" dirty="0" smtClean="0"/>
          </a:p>
          <a:p>
            <a:r>
              <a:rPr lang="ru-RU" sz="2400" dirty="0" err="1"/>
              <a:t>Админ-панель</a:t>
            </a:r>
            <a:r>
              <a:rPr lang="ru-RU" sz="2400" dirty="0"/>
              <a:t> для добавления, редактирования и удаления брендов/товаров.</a:t>
            </a:r>
            <a:endParaRPr lang="ru-RU" sz="2400" dirty="0" smtClean="0"/>
          </a:p>
          <a:p>
            <a:r>
              <a:rPr lang="ru-RU" sz="2400" dirty="0"/>
              <a:t>Добавление возможности загружать изображения к отзывам.</a:t>
            </a:r>
            <a:endParaRPr lang="ru-RU" sz="2400" dirty="0" smtClean="0"/>
          </a:p>
          <a:p>
            <a:r>
              <a:rPr lang="ru-RU" sz="2400" dirty="0"/>
              <a:t>Возможность ставить </a:t>
            </a:r>
            <a:r>
              <a:rPr lang="ru-RU" sz="2400" dirty="0" smtClean="0"/>
              <a:t>лайки, а также удалять отзывы.</a:t>
            </a:r>
            <a:endParaRPr lang="ru-RU" sz="2400" dirty="0" smtClean="0"/>
          </a:p>
          <a:p>
            <a:r>
              <a:rPr lang="ru-RU" sz="2400" dirty="0"/>
              <a:t>Адаптация под мобильные устройства и улучшение дизайна.</a:t>
            </a:r>
            <a:endParaRPr lang="ru-RU" sz="2400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95536" y="1340768"/>
            <a:ext cx="8229600" cy="5040560"/>
          </a:xfrm>
        </p:spPr>
        <p:txBody>
          <a:bodyPr/>
          <a:lstStyle/>
          <a:p>
            <a:pPr lvl="0" algn="ctr"/>
            <a:r>
              <a:rPr lang="ru-RU" sz="2400" dirty="0" smtClean="0"/>
              <a:t>Пользователь может зарегистрироваться.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988840"/>
            <a:ext cx="7632848" cy="4253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229600" cy="4801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043608" y="692696"/>
            <a:ext cx="69127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2400" dirty="0" smtClean="0"/>
              <a:t>Пользователь может войти в систему.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348880"/>
            <a:ext cx="4317279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5" y="2348880"/>
            <a:ext cx="4176464" cy="3382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67544" y="116632"/>
            <a:ext cx="82089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2400" dirty="0" smtClean="0"/>
              <a:t>Неавторизованный пользователь не видит каталог.</a:t>
            </a:r>
          </a:p>
          <a:p>
            <a:pPr lvl="0" algn="ctr"/>
            <a:r>
              <a:rPr lang="ru-RU" sz="2400" dirty="0" smtClean="0"/>
              <a:t>Авторизованный пользователь видит список брендов одежды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188640"/>
            <a:ext cx="7848872" cy="1224136"/>
          </a:xfrm>
        </p:spPr>
        <p:txBody>
          <a:bodyPr>
            <a:noAutofit/>
          </a:bodyPr>
          <a:lstStyle/>
          <a:p>
            <a:pPr lvl="0"/>
            <a:r>
              <a:rPr lang="ru-RU" sz="2400" dirty="0" smtClean="0"/>
              <a:t>Авторизованный пользователь может оставить отзыв на бренд (заголовок, текст, рейтинг от 1 до 10).</a:t>
            </a:r>
            <a:br>
              <a:rPr lang="ru-RU" sz="2400" dirty="0" smtClean="0"/>
            </a:br>
            <a:endParaRPr lang="ru-RU" sz="24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763688" y="1556792"/>
            <a:ext cx="570030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-243408"/>
            <a:ext cx="7704856" cy="1296144"/>
          </a:xfrm>
        </p:spPr>
        <p:txBody>
          <a:bodyPr>
            <a:normAutofit/>
          </a:bodyPr>
          <a:lstStyle/>
          <a:p>
            <a:pPr lvl="0"/>
            <a:r>
              <a:rPr lang="ru-RU" sz="2700" dirty="0" smtClean="0"/>
              <a:t>Авторизованный пользователь может просматривать все отзывы о бренде.</a:t>
            </a:r>
            <a:endParaRPr lang="ru-RU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852311" y="1527175"/>
            <a:ext cx="740286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ru-RU" sz="2700" dirty="0" smtClean="0"/>
              <a:t>Авторизованный пользователь может просматривать отзывы, которое он оставил</a:t>
            </a:r>
            <a:endParaRPr lang="ru-RU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38531" y="1527175"/>
            <a:ext cx="783042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4000" dirty="0" smtClean="0"/>
              <a:t>Вывод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 ходе выполнения проекта нами было разработано </a:t>
            </a:r>
            <a:r>
              <a:rPr lang="ru-RU" dirty="0" err="1" smtClean="0"/>
              <a:t>веб-приложение</a:t>
            </a:r>
            <a:r>
              <a:rPr lang="ru-RU" dirty="0" smtClean="0"/>
              <a:t> «</a:t>
            </a:r>
            <a:r>
              <a:rPr lang="ru-RU" dirty="0" err="1" smtClean="0"/>
              <a:t>SmokeByModel</a:t>
            </a:r>
            <a:r>
              <a:rPr lang="ru-RU" dirty="0" smtClean="0"/>
              <a:t>». Все поставленные задачи </a:t>
            </a:r>
            <a:r>
              <a:rPr lang="ru-RU" dirty="0" smtClean="0"/>
              <a:t>решены, </a:t>
            </a:r>
            <a:r>
              <a:rPr lang="ru-RU" dirty="0" smtClean="0"/>
              <a:t>цель проекта достигнута. Итоговый продукт прошёл </a:t>
            </a:r>
            <a:r>
              <a:rPr lang="ru-RU" dirty="0" smtClean="0"/>
              <a:t>тестирование</a:t>
            </a:r>
            <a:r>
              <a:rPr lang="ru-RU" dirty="0" smtClean="0"/>
              <a:t>, по результатам которого подтверждена его корректная работа, стабильность и соответствие заявленным требованиям.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фициальная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Официальная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Официальная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85</TotalTime>
  <Words>385</Words>
  <Application>Microsoft Office PowerPoint</Application>
  <PresentationFormat>Экран (4:3)</PresentationFormat>
  <Paragraphs>50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Официальная</vt:lpstr>
      <vt:lpstr>Веб-приложение «SmokeByModel» </vt:lpstr>
      <vt:lpstr>Название проекта</vt:lpstr>
      <vt:lpstr>Цель и Актуальность</vt:lpstr>
      <vt:lpstr>Задачи проекта</vt:lpstr>
      <vt:lpstr>Функциональные требования</vt:lpstr>
      <vt:lpstr>Нефункциональные требования </vt:lpstr>
      <vt:lpstr>Используемые технологии </vt:lpstr>
      <vt:lpstr>Перспективы развития  </vt:lpstr>
      <vt:lpstr>Тестирование</vt:lpstr>
      <vt:lpstr>Слайд 10</vt:lpstr>
      <vt:lpstr>Слайд 11</vt:lpstr>
      <vt:lpstr>Авторизованный пользователь может оставить отзыв на бренд (заголовок, текст, рейтинг от 1 до 10). </vt:lpstr>
      <vt:lpstr>Авторизованный пользователь может просматривать все отзывы о бренде.</vt:lpstr>
      <vt:lpstr>Авторизованный пользователь может просматривать отзывы, которое он оставил</vt:lpstr>
      <vt:lpstr>Вывод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Веб-приложение «SmokeByModel»</dc:title>
  <dc:creator>Inna</dc:creator>
  <cp:lastModifiedBy>Inna</cp:lastModifiedBy>
  <cp:revision>9</cp:revision>
  <dcterms:created xsi:type="dcterms:W3CDTF">2026-04-08T13:25:44Z</dcterms:created>
  <dcterms:modified xsi:type="dcterms:W3CDTF">2026-04-09T14:35:25Z</dcterms:modified>
</cp:coreProperties>
</file>